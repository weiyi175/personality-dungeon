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911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開場 1 分鐘：</a:t>
            </a:r>
          </a:p>
          <a:p>
            <a:r>
              <a:t>1) 先說這不是做 RPG 成品，而是研究型動力系統。</a:t>
            </a:r>
          </a:p>
          <a:p>
            <a:r>
              <a:t>2) 今日重點是可重現證據，不是單次漂亮曲線。</a:t>
            </a:r>
          </a:p>
          <a:p>
            <a:r>
              <a:t>3) 先給結論：我們已系統化排除多條直覺路線。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這頁講 1 分鐘，目的只做共同語言。不要陷入細節。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強調我們關心的是吸引子結構，不是單次分數。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講 2 分鐘，補充：simulation 層負責 I/O 與 CSV 契約。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提醒聽眾：這是理論與程式順序對齊的關鍵。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此頁 2 分鐘，建議黑板手畫 A→D→B→A。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這頁是關鍵橋樑，專門把『聽懂兩邊卻連不起來』的問題解掉。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補充工程合理性：避免線性更新出現負權重。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強調：金幣不直接進演化方程，樣本才是長期核心。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這頁可直接回應『失敗到底損失什麼』。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先講這頁可降低後面跨頁理解成本。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這頁 1 分鐘，目的是建立可重現性與責任邊界。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提醒：Stage2 具 min_overlap/min_cycles guard，避免假陽性。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這頁建議多停 30 秒，幫新手形成圖像。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這頁要用『有現象但不突破』敘事，保持科學中立。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常問：是不是只要再長跑就會有？答：formal gate 已涵蓋。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關鍵答法：『有局部 uplift，不代表 attractor class 改變。』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這頁是研究價值核心：排除了『只是沒打進去』的質疑。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此頁 2 分鐘，建議做口語收斂：不是失敗，是結構性發現。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這頁用來提升專業度與論證力度。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跨領域聽眾會在這頁快速找到定位。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說明驗收標準：multi-seed Level3 + score + env_gamma。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過渡到第二份組員分工版簡報。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建議把這頁當備用，不必逐條念完。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 1 分鐘：請組員加入具體 block 任務。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個性地下城：30 分鐘研究版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人格 × 演化 × 系統動力學（含講稿與 Q&amp;A）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目標：讓新組員在 30 分鐘內掌握研究問題、模型、結果、下一步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資料基礎：SDD 契約 + 研發日誌正式 closure 結論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核心狀態：Level 2 plateau 穩固，Level 3 emergence 未正式出現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一句話框架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玩家在學習，世界也在學習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玩家：個體演化單元（策略、效用、權重）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地下城：人格測試場（行為回饋）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小火龍：世界壓力控制器（反收斂）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828800"/>
            <a:ext cx="3749039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玩家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926080"/>
            <a:ext cx="3749039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地下城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023360"/>
            <a:ext cx="3749039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小火龍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研究問題（Research Question）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從振盪走到穩定方向循環是否可能？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RQ1：為什麼 Level 2 很常見？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RQ2：為什麼 Level 3 幾乎不出現？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RQ3：哪些機制改動能改寫 attractor class？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828800"/>
            <a:ext cx="3749039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玩家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926080"/>
            <a:ext cx="3749039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地下城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023360"/>
            <a:ext cx="3749039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小火龍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玩家機制與迴圈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選擇策略 → 地下城回饋 → 演化更新 → 下一輪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每輪輸出 timeseries：round, p_*, w_*, avg_reward, avg_utility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玩家採樣來自 strategy weights，回饋來自 dungeon payoff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演化更新採 exp-weight replicator-like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2560320"/>
            <a:ext cx="9144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選策略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2560320"/>
            <a:ext cx="9144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算回饋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2560320"/>
            <a:ext cx="9144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更新權重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32720" y="2560320"/>
            <a:ext cx="9144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下一輪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229600" y="2834640"/>
            <a:ext cx="91440" cy="22860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9235440" y="2834640"/>
            <a:ext cx="91440" cy="22860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10241280" y="2834640"/>
            <a:ext cx="91440" cy="22860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數學模型 I：狀態與延遲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x(t) = (x_A, x_D, x_B), sum(x)=1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策略集合：aggressive / defensive / balanced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第 t 輪 reward 主要使用上一輪 popularity（1-step lag）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延遲回饋提高振盪可能，也提高噪音敏感性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920240"/>
            <a:ext cx="3749039" cy="100584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數學重點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3200400"/>
            <a:ext cx="3749039" cy="164592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圖示區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數學模型 II：Payoff 矩陣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U = A x（RPS-like 旋轉結構）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A = [[0, a, -b], [-b, 0, a], [a, -b, 0]]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直覺：A 克 D、D 克 B、B 克 A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理論上支持循環，但離散與噪音會改變軌道品質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920240"/>
            <a:ext cx="3749039" cy="100584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數學重點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3063240"/>
            <a:ext cx="36576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F172A"/>
                </a:solidFill>
                <a:latin typeface="Consolas"/>
              </a:defRPr>
            </a:pPr>
            <a:r>
              <a:t>A = [0  a -b]</a:t>
            </a:r>
            <a:br/>
            <a:r>
              <a:t>    [-b 0  a]</a:t>
            </a:r>
            <a:br/>
            <a:r>
              <a:t>    [a -b 0]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數學如何對應玩家行為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x(t) → U=Ax → reward → 權重更新 → 下一輪分布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30403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x(t)：玩家群體策略比例（狀態）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U=Ax：地下城對該狀態給出的回饋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reward 高：該策略權重上升，玩家比例增加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7659" y="1600200"/>
            <a:ext cx="30403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rPr dirty="0" err="1"/>
              <a:t>分布變了：下一輪</a:t>
            </a:r>
            <a:r>
              <a:rPr dirty="0"/>
              <a:t> reward </a:t>
            </a:r>
            <a:r>
              <a:rPr dirty="0" err="1"/>
              <a:t>結構也會改變</a:t>
            </a:r>
            <a:endParaRPr dirty="0"/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rPr dirty="0" err="1"/>
              <a:t>結論：玩家在玩遊戲，同時在解延遲動態方程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406637" y="2577353"/>
            <a:ext cx="3749039" cy="100584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rPr dirty="0" err="1"/>
              <a:t>數學重點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406638" y="3913094"/>
            <a:ext cx="3749039" cy="82296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x(t) -&gt; U=Ax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39" y="5065955"/>
            <a:ext cx="3749039" cy="82296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rPr dirty="0"/>
              <a:t>reward -&gt; 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演化更新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w_s = exp(k*(u_s_bar - u_bar))，並做 normalize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k 越高：放大差異，也可能放大 overshoot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exp 確保權重始終為正值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mean(weight)=1 用來避免尺度漂移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920240"/>
            <a:ext cx="3749039" cy="100584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數學重點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3200400"/>
            <a:ext cx="3749039" cy="164592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圖示區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經濟模型：三種流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金幣流 + 樣本流 + 壓力流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金幣 = 行動權（誰能動）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樣本 = 學習能力（怎麼動）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壓力 = 選擇方向（往哪動）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失敗成本三層（精確版）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經濟層 + 學習層 + 動力學層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經濟層：金幣消耗，後續行動能力下降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學習層：高價值樣本外流到對手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動力學層：自身策略權重被 replicator 拉低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研究價值：同時連到經濟模型、數學模型、玩家行為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圖例（Legend）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顏色語意統一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藍：玩家與狀態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綠：地下城 / 正向回饋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黃：小火龍 / 控制器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紅：風險與失敗成本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828800"/>
            <a:ext cx="3749039" cy="82296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藍=玩家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834640"/>
            <a:ext cx="3749039" cy="82296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綠=地下城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3840480"/>
            <a:ext cx="3749039" cy="82296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黃=小火龍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4846320"/>
            <a:ext cx="3749039" cy="82296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紅=風險/失敗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系統分層（SDD Invariants）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為何我們能信任實驗結果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analysis 不反向 import simulation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evolution 不做 I/O、不依賴 plotting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simulation 管資料契約與輸出欄位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循環分級指標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Level 0/1/2/3 的操作化定義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Stage1：Amplitude（峰谷振幅）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Stage2：Dominant Frequency（自相關主頻）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Stage3：Phase Direction Consistency（方向一致）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2011680"/>
            <a:ext cx="36576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Stage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108960"/>
            <a:ext cx="36576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Stage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206240"/>
            <a:ext cx="36576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Stage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Level 2 vs Level 3：直覺圖像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亂晃振盪 vs 穩定旋轉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Level 2：振幅與主頻存在，但方向一致性不足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Level 3：存在穩定順/逆時針旋轉，方向一致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核心研究問題：如何把 Level 2 轉成可穩健的 Level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2011680"/>
            <a:ext cx="36576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Stage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108960"/>
            <a:ext cx="36576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Stage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206240"/>
            <a:ext cx="36576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Stage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5303520"/>
            <a:ext cx="3657600" cy="64008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L2: drift / L3: stable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實驗總覽：我們觀測到什麼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Level 2 常見，Level 3 稀有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多 seed / 多格點結果：Level 2 可穩定出現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formal protocol 下 Level 3 seeds 長期接近 0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結論：系統有振盪，但方向性難以長窗鎖定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920240"/>
            <a:ext cx="3657600" cy="109728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Level 2: common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291840"/>
            <a:ext cx="3657600" cy="109728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Level 3: rare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663440"/>
            <a:ext cx="3657600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Plateau robust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W2.1R closure（生存修復線）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修復了生存，不等於產生 emergence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life 4..6 可跑滿，但 tail Level3 seed 仍為 0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personality drift 朝保守存活方向集中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正式 decision：close_w2_1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920240"/>
            <a:ext cx="3657600" cy="109728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Level 2: common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291840"/>
            <a:ext cx="3657600" cy="109728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Level 3: rare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663440"/>
            <a:ext cx="3657600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Plateau robust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W3.1~W3.3 closure（leader policy 線）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靜態 commitment / hysteresis / pulse 全部結案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policy 有啟動，不是 no-op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但 seed-level level counts 不變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正式結論：仍停在同一 Level 2 plateau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920240"/>
            <a:ext cx="3657600" cy="109728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Level 2: common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291840"/>
            <a:ext cx="3657600" cy="109728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Level 3: rare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663440"/>
            <a:ext cx="3657600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Plateau robust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B4/B3/B5 closure（sampled-side 主力線）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局部差異可注入，但不足以打開 basin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B4：state-dependent k 訊號太弱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B3：strata 分離存在，但 shared update 壓回 plateau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B5：deterministic 通過，sampled 仍無 Level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920240"/>
            <a:ext cx="3657600" cy="109728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Level 2: common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291840"/>
            <a:ext cx="3657600" cy="109728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Level 3: rare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663440"/>
            <a:ext cx="3657600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Plateau robust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目前最堅實結論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Attractor Robustness &gt; 參數微調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多條路線皆有機制痕跡，但皆未改變 seed-level attractor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問題已從 tuning 問題升級為結構問題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後續應聚焦可改寫 basin topology 的機制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920240"/>
            <a:ext cx="3657600" cy="109728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Level 2: common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291840"/>
            <a:ext cx="3657600" cy="109728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Level 3: rare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663440"/>
            <a:ext cx="3657600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Plateau robust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為什麼不收斂：三個必要條件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像 theorem 一樣讀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1) 無單一最優解：cyclic payoff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2) 環境會回應：Meta GAI 介入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3) 玩家不一致：heterogeneity 存在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這個系統像什麼？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跨領域定位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演化博弈：replicator dynamics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強化學習：policy update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經濟學：市場競爭 + 資訊流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控制系統：feedback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2011680"/>
            <a:ext cx="3749039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Game Theory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200400"/>
            <a:ext cx="3749039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Reinforcement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389120"/>
            <a:ext cx="3749039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Control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下一步研究設計（H 系列）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不是微調，而是機制層改寫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H1：更長記憶核與歷史慣性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H2：nonlinear threshold/regime dynamics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H3：異質玩家學習率與亞群耦合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2011680"/>
            <a:ext cx="3749039" cy="100584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F172A"/>
                </a:solidFill>
                <a:latin typeface="Microsoft JhengHei"/>
              </a:defRPr>
            </a:pPr>
            <a:r>
              <a:t>H1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291840"/>
            <a:ext cx="3749039" cy="100584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F172A"/>
                </a:solidFill>
                <a:latin typeface="Microsoft JhengHei"/>
              </a:defRPr>
            </a:pPr>
            <a:r>
              <a:t>H2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572000"/>
            <a:ext cx="3749039" cy="100584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F172A"/>
                </a:solidFill>
                <a:latin typeface="Microsoft JhengHei"/>
              </a:defRPr>
            </a:pPr>
            <a:r>
              <a:t>H3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工作分塊（研究工程化）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核心模擬 / 掃參實驗 / 分析指標 / 機制設計 / 敘事整合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30403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Block 1：Simulation Core（不可亂改）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Block 2：Experiment System（研究主力）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Block 3：Analysis（論文核心）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46380"/>
            <a:ext cx="30403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rPr dirty="0"/>
              <a:t>Block 4：Mechanism </a:t>
            </a:r>
            <a:r>
              <a:rPr dirty="0" err="1"/>
              <a:t>Design（突破關鍵</a:t>
            </a:r>
            <a:r>
              <a:rPr dirty="0"/>
              <a:t>）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rPr dirty="0"/>
              <a:t>Block 5：Narrative &amp; </a:t>
            </a:r>
            <a:r>
              <a:rPr dirty="0" err="1"/>
              <a:t>Productization（外溝通</a:t>
            </a:r>
            <a:r>
              <a:rPr dirty="0"/>
              <a:t>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737360"/>
            <a:ext cx="3931920" cy="77724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Block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606039"/>
            <a:ext cx="3931920" cy="77724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Block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474720"/>
            <a:ext cx="3931920" cy="77724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Block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4343400"/>
            <a:ext cx="3931920" cy="77724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Block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5212080"/>
            <a:ext cx="3931920" cy="77724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Block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Q&amp;A 備答總表（研究版）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先備 6 題，避免現場失焦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30403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Q1：是不是門檻太嚴？A：已做多閾值與 guard calibration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Q2：是不是 seed 不夠多？A：formal protocol 已做 multi-seed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Q3：是不是跑不夠久？A：長窗與 closure gate 已覆蓋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40105"/>
            <a:ext cx="30403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rPr dirty="0"/>
              <a:t>Q4：是否可用 RL </a:t>
            </a:r>
            <a:r>
              <a:rPr dirty="0" err="1"/>
              <a:t>直接解？A：可，但要先定義新</a:t>
            </a:r>
            <a:r>
              <a:rPr dirty="0"/>
              <a:t> family </a:t>
            </a:r>
            <a:r>
              <a:rPr dirty="0" err="1"/>
              <a:t>與對照</a:t>
            </a:r>
            <a:endParaRPr dirty="0"/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rPr dirty="0"/>
              <a:t>Q5：為何不繼續微調 W3？A：closure </a:t>
            </a:r>
            <a:r>
              <a:rPr dirty="0" err="1"/>
              <a:t>規則已鎖，避免</a:t>
            </a:r>
            <a:r>
              <a:rPr dirty="0"/>
              <a:t> p-hacking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rPr dirty="0"/>
              <a:t>Q6：下一步成功判準？A：seed-level Level3 + </a:t>
            </a:r>
            <a:r>
              <a:rPr dirty="0" err="1"/>
              <a:t>指標一致</a:t>
            </a:r>
            <a:r>
              <a:rPr dirty="0"/>
              <a:t> uplift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F172A"/>
                </a:solidFill>
                <a:latin typeface="Microsoft JhengHei"/>
              </a:defRPr>
            </a:pPr>
            <a:r>
              <a:t>結尾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這是一個可重現、可防守、可擴展的 AI 生態研究平台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已完成：現象建立 + 負結果收斂 + closure 敘事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正在做：新 family 方向設計與分工落地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需要組員：機制、分析、實驗、敘事四線並行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1392</Words>
  <Application>Microsoft Office PowerPoint</Application>
  <PresentationFormat>自訂</PresentationFormat>
  <Paragraphs>244</Paragraphs>
  <Slides>25</Slides>
  <Notes>25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0" baseType="lpstr"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>陳威邑</dc:creator>
  <cp:keywords/>
  <dc:description>generated using python-pptx</dc:description>
  <cp:lastModifiedBy>威邑 陳</cp:lastModifiedBy>
  <cp:revision>4</cp:revision>
  <dcterms:created xsi:type="dcterms:W3CDTF">2013-01-27T09:14:16Z</dcterms:created>
  <dcterms:modified xsi:type="dcterms:W3CDTF">2026-04-17T06:45:42Z</dcterms:modified>
  <cp:category/>
</cp:coreProperties>
</file>