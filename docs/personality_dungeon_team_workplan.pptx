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 30 秒：這份是協作用，不是理論介紹。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這頁講 1.5 分鐘，強調 Block 1 核心模擬引擎 的邊界與交付。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這頁講 1.5 分鐘，強調 Block 2 實驗與掃參 的邊界與交付。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這頁講 1.5 分鐘，強調 Block 3 分析指標 的邊界與交付。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這頁講 1.5 分鐘，強調 Block 4 機制設計 的邊界與交付。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這頁講 1.5 分鐘，強調 Block 5 敘事與文件 的邊界與交付。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這頁用來排人力：誰是 owner、誰是 reviewer。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可依組員數把工時切成 owner + support。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重點是流程風險，不是模型風險。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收尾：直接進 owner 指派。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組員分工版：Block 任務地圖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每個 Block 對應任務、輸入/輸出、預估工時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65836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用途：快速 onboarding + 任務切分 + 排程對齊</a:t>
            </a:r>
          </a:p>
          <a:p>
            <a:pPr>
              <a:spcAft>
                <a:spcPts val="7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工時單位：人時（ideal），不含等待 queue 時間</a:t>
            </a:r>
          </a:p>
          <a:p>
            <a:pPr>
              <a:spcAft>
                <a:spcPts val="7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輸入/輸出以可驗證檔案或指標為準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828800"/>
            <a:ext cx="3566160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Block 1-5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3017520"/>
            <a:ext cx="3566160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Task I/O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4206240"/>
            <a:ext cx="3566160" cy="91440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Est.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Workplan Deck | p.1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Block 1 核心模擬引擎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任務 / 輸入 / 輸出 / 工時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82880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任務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737360"/>
            <a:ext cx="3931920" cy="73152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輸入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737360"/>
            <a:ext cx="3291840" cy="73152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輸出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24160" y="1737360"/>
            <a:ext cx="914400" cy="73152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工時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82880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修正核心 loop、事件掛點、保持分層 invariants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651760"/>
            <a:ext cx="393192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SDD.md 契約、core/players/dungeon/evolution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651760"/>
            <a:ext cx="329184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可跑 simulation + 無契約破壞 PR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0" y="2651760"/>
            <a:ext cx="91440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24-40h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406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Microsoft JhengHei"/>
              </a:defRPr>
            </a:pPr>
            <a:r>
              <a:t>Definition of Done：輸出可重跑、指標可比對、紀錄可追溯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Microsoft JhengHei"/>
              </a:defRPr>
            </a:pPr>
            <a:r>
              <a:t>交接格式：一頁摘要 + 指令 + 主要輸出檔清單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Workplan Deck | p.2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Block 2 實驗與掃參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任務 / 輸入 / 輸出 / 工時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82880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任務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737360"/>
            <a:ext cx="3931920" cy="73152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輸入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737360"/>
            <a:ext cx="3291840" cy="73152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輸出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24160" y="1737360"/>
            <a:ext cx="914400" cy="73152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工時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82880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seed stability、grid/refine、formal gate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651760"/>
            <a:ext cx="393192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baseline summary、protocol 參數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651760"/>
            <a:ext cx="329184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outputs/*.csv + summary json/tsv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0" y="2651760"/>
            <a:ext cx="91440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30-50h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406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Microsoft JhengHei"/>
              </a:defRPr>
            </a:pPr>
            <a:r>
              <a:t>Definition of Done：輸出可重跑、指標可比對、紀錄可追溯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Microsoft JhengHei"/>
              </a:defRPr>
            </a:pPr>
            <a:r>
              <a:t>交接格式：一頁摘要 + 指令 + 主要輸出檔清單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Workplan Deck | p.3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Block 3 分析指標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任務 / 輸入 / 輸出 / 工時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82880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任務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737360"/>
            <a:ext cx="3931920" cy="73152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輸入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737360"/>
            <a:ext cx="3291840" cy="73152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輸出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24160" y="1737360"/>
            <a:ext cx="914400" cy="73152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工時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82880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cycle metrics、stage3 guards、可視化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651760"/>
            <a:ext cx="393192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timeseries CSV、analysis 契約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651760"/>
            <a:ext cx="329184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診斷報表、圖表、pass/fail 判定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0" y="2651760"/>
            <a:ext cx="91440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24-36h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406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Microsoft JhengHei"/>
              </a:defRPr>
            </a:pPr>
            <a:r>
              <a:t>Definition of Done：輸出可重跑、指標可比對、紀錄可追溯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Microsoft JhengHei"/>
              </a:defRPr>
            </a:pPr>
            <a:r>
              <a:t>交接格式：一頁摘要 + 指令 + 主要輸出檔清單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Workplan Deck | p.4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Block 4 機制設計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任務 / 輸入 / 輸出 / 工時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82880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任務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737360"/>
            <a:ext cx="3931920" cy="73152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輸入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737360"/>
            <a:ext cx="3291840" cy="73152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輸出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24160" y="1737360"/>
            <a:ext cx="914400" cy="73152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工時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82880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H1/H2/H3 新 family 最小實作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651760"/>
            <a:ext cx="393192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closure 結論、失敗模式清單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651760"/>
            <a:ext cx="329184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新機制實驗結果 + ablation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0" y="2651760"/>
            <a:ext cx="91440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40-64h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406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Microsoft JhengHei"/>
              </a:defRPr>
            </a:pPr>
            <a:r>
              <a:t>Definition of Done：輸出可重跑、指標可比對、紀錄可追溯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Microsoft JhengHei"/>
              </a:defRPr>
            </a:pPr>
            <a:r>
              <a:t>交接格式：一頁摘要 + 指令 + 主要輸出檔清單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Workplan Deck | p.5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Block 5 敘事與文件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任務 / 輸入 / 輸出 / 工時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82880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任務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737360"/>
            <a:ext cx="3931920" cy="73152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輸入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737360"/>
            <a:ext cx="3291840" cy="73152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輸出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24160" y="1737360"/>
            <a:ext cx="914400" cy="73152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工時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82880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runbook、週報、對外簡報與Q&amp;A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651760"/>
            <a:ext cx="393192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研發日誌、outputs、分析圖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651760"/>
            <a:ext cx="329184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F172A"/>
                </a:solidFill>
                <a:latin typeface="Microsoft JhengHei"/>
              </a:defRPr>
            </a:pPr>
            <a:r>
              <a:t>可審核文件與投影片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0" y="2651760"/>
            <a:ext cx="914400" cy="25603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16-28h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406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Microsoft JhengHei"/>
              </a:defRPr>
            </a:pPr>
            <a:r>
              <a:t>Definition of Done：輸出可重跑、指標可比對、紀錄可追溯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Microsoft JhengHei"/>
              </a:defRPr>
            </a:pPr>
            <a:r>
              <a:t>交接格式：一頁摘要 + 指令 + 主要輸出檔清單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Workplan Deck | p.6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Block 依賴關係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先後順序與同步點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2011680" cy="82296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Block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2103120"/>
            <a:ext cx="2011680" cy="82296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Block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103120"/>
            <a:ext cx="2011680" cy="82296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Block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2103120"/>
            <a:ext cx="2011680" cy="82296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Block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749039"/>
            <a:ext cx="2560320" cy="82296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Block 5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71800" y="2331720"/>
            <a:ext cx="548640" cy="32004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532120" y="2331720"/>
            <a:ext cx="548640" cy="32004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8092440" y="2331720"/>
            <a:ext cx="548640" cy="32004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846320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推薦節奏：1+2+3 並行基線，4 走候選機制，5 做週期化輸出整合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同步點：每週一次 gate（指標與輸出檔一致性）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Workplan Deck | p.7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兩週衝刺建議排程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Week 1 建基線、Week 2 做機制驗證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73152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Week 1：Block1/2/3 建可重跑基線 + Block5 做中期彙整</a:t>
            </a:r>
          </a:p>
          <a:p>
            <a:pPr>
              <a:spcAft>
                <a:spcPts val="7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Week 2：Block4 實作 H1/H2/H3 最小版 + Block2/3 回測</a:t>
            </a:r>
          </a:p>
          <a:p>
            <a:pPr>
              <a:spcAft>
                <a:spcPts val="7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收斂條件：至少一條機制線通過預定 gate 或形成高品質負結果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2011680"/>
            <a:ext cx="2926080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Week 1</a:t>
            </a:r>
            <a:br/>
            <a:r>
              <a:t>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3291840"/>
            <a:ext cx="2926080" cy="91440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Week 2</a:t>
            </a:r>
            <a:br/>
            <a:r>
              <a:t>Mechanism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4572000"/>
            <a:ext cx="2926080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Gate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Workplan Deck | p.8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風險矩陣與備援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避免無效迭代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3327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風險 1：只看單 seed 好結果 -&gt; 備援：強制 multi-seed gate</a:t>
            </a:r>
          </a:p>
          <a:p>
            <a:pPr>
              <a:spcAft>
                <a:spcPts val="7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風險 2：改碼破壞契約 -&gt; 備援：SDD 檢核 + regression</a:t>
            </a:r>
          </a:p>
          <a:p>
            <a:pPr>
              <a:spcAft>
                <a:spcPts val="7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風險 3：局部調參循環 -&gt; 備援：closure rule 先鎖定</a:t>
            </a:r>
          </a:p>
          <a:p>
            <a:pPr>
              <a:spcAft>
                <a:spcPts val="7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風險 4：輸出不可重現 -&gt; 備援：固定 venv 指令與 protocol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Workplan Deck | p.9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分工版結論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每個 Block 都有可驗證輸出，才能加速研究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98755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E293B"/>
                </a:solidFill>
                <a:latin typeface="Microsoft JhengHei"/>
              </a:defRPr>
            </a:pPr>
            <a:r>
              <a:t>先對齊契約，再開工；先有 gate，再談突破</a:t>
            </a:r>
          </a:p>
          <a:p>
            <a:pPr>
              <a:spcAft>
                <a:spcPts val="700"/>
              </a:spcAft>
              <a:defRPr sz="2200">
                <a:solidFill>
                  <a:srgbClr val="1E293B"/>
                </a:solidFill>
                <a:latin typeface="Microsoft JhengHei"/>
              </a:defRPr>
            </a:pPr>
            <a:r>
              <a:t>成功不是只看 Level 3，而是可防守的證據品質</a:t>
            </a:r>
          </a:p>
          <a:p>
            <a:pPr>
              <a:spcAft>
                <a:spcPts val="700"/>
              </a:spcAft>
              <a:defRPr sz="2200">
                <a:solidFill>
                  <a:srgbClr val="1E293B"/>
                </a:solidFill>
                <a:latin typeface="Microsoft JhengHei"/>
              </a:defRPr>
            </a:pPr>
            <a:r>
              <a:t>下一步：指派 owner、凍結兩週任務、開始執行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4846320"/>
            <a:ext cx="6400800" cy="91440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Action: 今天完成 Owner 指派與週節點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Workplan Deck | p.10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